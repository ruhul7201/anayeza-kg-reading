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4"/>
  </p:sldMasterIdLst>
  <p:notesMasterIdLst>
    <p:notesMasterId r:id="rId7"/>
  </p:notesMasterIdLst>
  <p:sldIdLst>
    <p:sldId id="392" r:id="rId5"/>
    <p:sldId id="393" r:id="rId6"/>
  </p:sldIdLst>
  <p:sldSz cx="9144000" cy="6858000" type="letter"/>
  <p:notesSz cx="6791325" cy="9872663"/>
  <p:embeddedFontLst>
    <p:embeddedFont>
      <p:font typeface="DJB The Teacher Font" panose="020B0604020202020204" charset="0"/>
      <p:regular r:id="rId8"/>
    </p:embeddedFont>
    <p:embeddedFont>
      <p:font typeface="Freestyle Script" panose="030804020302050B0404" pitchFamily="66" charset="0"/>
      <p:regular r:id="rId9"/>
    </p:embeddedFont>
    <p:embeddedFont>
      <p:font typeface="KG Red Hands" panose="020B0604020202020204" charset="0"/>
      <p:regular r:id="rId10"/>
    </p:embeddedFont>
    <p:embeddedFont>
      <p:font typeface="KG When Oceans Rise" panose="020B0604020202020204" charset="0"/>
      <p:regular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99FF"/>
    <a:srgbClr val="4AE7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1" autoAdjust="0"/>
    <p:restoredTop sz="94713" autoAdjust="0"/>
  </p:normalViewPr>
  <p:slideViewPr>
    <p:cSldViewPr>
      <p:cViewPr varScale="1">
        <p:scale>
          <a:sx n="67" d="100"/>
          <a:sy n="67" d="100"/>
        </p:scale>
        <p:origin x="1740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1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6513" y="0"/>
            <a:ext cx="2943225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E5A43C-D391-4553-9D29-CE36CDFCF0B0}" type="datetimeFigureOut">
              <a:rPr lang="en-AU" smtClean="0"/>
              <a:pPr/>
              <a:t>23/08/2026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689475"/>
            <a:ext cx="5432425" cy="4443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943225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6513" y="9377363"/>
            <a:ext cx="2943225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AAB40-A6BC-47ED-8B3E-B51E85B626B6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7321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37E28-89A8-4310-B519-B49489EF0217}" type="datetimeFigureOut">
              <a:rPr lang="en-AU" smtClean="0"/>
              <a:pPr/>
              <a:t>23/08/2026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A07-FF5A-414C-ACD7-1DB4A86B1E85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9113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37E28-89A8-4310-B519-B49489EF0217}" type="datetimeFigureOut">
              <a:rPr lang="en-AU" smtClean="0"/>
              <a:pPr/>
              <a:t>23/08/2026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A07-FF5A-414C-ACD7-1DB4A86B1E85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9640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37E28-89A8-4310-B519-B49489EF0217}" type="datetimeFigureOut">
              <a:rPr lang="en-AU" smtClean="0"/>
              <a:pPr/>
              <a:t>23/08/2026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A07-FF5A-414C-ACD7-1DB4A86B1E85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210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37E28-89A8-4310-B519-B49489EF0217}" type="datetimeFigureOut">
              <a:rPr lang="en-AU" smtClean="0"/>
              <a:pPr/>
              <a:t>23/08/2026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A07-FF5A-414C-ACD7-1DB4A86B1E85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5581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37E28-89A8-4310-B519-B49489EF0217}" type="datetimeFigureOut">
              <a:rPr lang="en-AU" smtClean="0"/>
              <a:pPr/>
              <a:t>23/08/2026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A07-FF5A-414C-ACD7-1DB4A86B1E85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9190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37E28-89A8-4310-B519-B49489EF0217}" type="datetimeFigureOut">
              <a:rPr lang="en-AU" smtClean="0"/>
              <a:pPr/>
              <a:t>23/08/2026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A07-FF5A-414C-ACD7-1DB4A86B1E85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8786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37E28-89A8-4310-B519-B49489EF0217}" type="datetimeFigureOut">
              <a:rPr lang="en-AU" smtClean="0"/>
              <a:pPr/>
              <a:t>23/08/2026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A07-FF5A-414C-ACD7-1DB4A86B1E85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63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37E28-89A8-4310-B519-B49489EF0217}" type="datetimeFigureOut">
              <a:rPr lang="en-AU" smtClean="0"/>
              <a:pPr/>
              <a:t>23/08/2026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A07-FF5A-414C-ACD7-1DB4A86B1E85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0118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37E28-89A8-4310-B519-B49489EF0217}" type="datetimeFigureOut">
              <a:rPr lang="en-AU" smtClean="0"/>
              <a:pPr/>
              <a:t>23/08/2026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A07-FF5A-414C-ACD7-1DB4A86B1E85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9621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37E28-89A8-4310-B519-B49489EF0217}" type="datetimeFigureOut">
              <a:rPr lang="en-AU" smtClean="0"/>
              <a:pPr/>
              <a:t>23/08/2026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A07-FF5A-414C-ACD7-1DB4A86B1E85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8755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37E28-89A8-4310-B519-B49489EF0217}" type="datetimeFigureOut">
              <a:rPr lang="en-AU" smtClean="0"/>
              <a:pPr/>
              <a:t>23/08/2026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A07-FF5A-414C-ACD7-1DB4A86B1E85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6828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137E28-89A8-4310-B519-B49489EF0217}" type="datetimeFigureOut">
              <a:rPr lang="en-AU" smtClean="0"/>
              <a:pPr/>
              <a:t>23/08/2026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3CA07-FF5A-414C-ACD7-1DB4A86B1E85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94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2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1.JP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image" Target="../media/image2.png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3.JP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>
            <p:custDataLst>
              <p:tags r:id="rId1"/>
            </p:custDataLst>
          </p:nvPr>
        </p:nvSpPr>
        <p:spPr>
          <a:xfrm>
            <a:off x="3255059" y="5267583"/>
            <a:ext cx="6400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4000" dirty="0">
                <a:latin typeface="DJB The Teacher Font" pitchFamily="2" charset="0"/>
                <a:ea typeface="TeachToTellPenmanshipBold" pitchFamily="2" charset="0"/>
              </a:rPr>
              <a:t>Teacher 	</a:t>
            </a:r>
          </a:p>
        </p:txBody>
      </p:sp>
      <p:sp>
        <p:nvSpPr>
          <p:cNvPr id="44" name="Rectangle 43"/>
          <p:cNvSpPr/>
          <p:nvPr>
            <p:custDataLst>
              <p:tags r:id="rId2"/>
            </p:custDataLst>
          </p:nvPr>
        </p:nvSpPr>
        <p:spPr>
          <a:xfrm>
            <a:off x="3059832" y="5859959"/>
            <a:ext cx="24384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4400" dirty="0">
                <a:latin typeface="Freestyle Script" pitchFamily="66" charset="0"/>
                <a:ea typeface="TeachToTellOneLife" pitchFamily="2" charset="0"/>
              </a:rPr>
              <a:t> Ms. Anayeza</a:t>
            </a:r>
          </a:p>
        </p:txBody>
      </p:sp>
      <p:cxnSp>
        <p:nvCxnSpPr>
          <p:cNvPr id="45" name="Straight Connector 44"/>
          <p:cNvCxnSpPr/>
          <p:nvPr>
            <p:custDataLst>
              <p:tags r:id="rId3"/>
            </p:custDataLst>
          </p:nvPr>
        </p:nvCxnSpPr>
        <p:spPr>
          <a:xfrm>
            <a:off x="3326532" y="5809451"/>
            <a:ext cx="20574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>
            <p:custDataLst>
              <p:tags r:id="rId4"/>
            </p:custDataLst>
          </p:nvPr>
        </p:nvCxnSpPr>
        <p:spPr>
          <a:xfrm>
            <a:off x="7103740" y="5809451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>
            <p:custDataLst>
              <p:tags r:id="rId5"/>
            </p:custDataLst>
          </p:nvPr>
        </p:nvSpPr>
        <p:spPr>
          <a:xfrm>
            <a:off x="7308304" y="5241394"/>
            <a:ext cx="146386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4000" dirty="0">
                <a:latin typeface="DJB The Teacher Font" pitchFamily="2" charset="0"/>
                <a:ea typeface="TeachToTellPenmanshipBold" pitchFamily="2" charset="0"/>
              </a:rPr>
              <a:t>Date </a:t>
            </a:r>
          </a:p>
        </p:txBody>
      </p:sp>
      <p:sp>
        <p:nvSpPr>
          <p:cNvPr id="19" name="Rectangle 18"/>
          <p:cNvSpPr/>
          <p:nvPr>
            <p:custDataLst>
              <p:tags r:id="rId6"/>
            </p:custDataLst>
          </p:nvPr>
        </p:nvSpPr>
        <p:spPr>
          <a:xfrm>
            <a:off x="7065640" y="5831537"/>
            <a:ext cx="2590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4400" dirty="0">
                <a:latin typeface="Freestyle Script" pitchFamily="66" charset="0"/>
                <a:ea typeface="TeachToTellOneLife" pitchFamily="2" charset="0"/>
              </a:rPr>
              <a:t>28.1.25 </a:t>
            </a:r>
          </a:p>
        </p:txBody>
      </p:sp>
      <p:sp>
        <p:nvSpPr>
          <p:cNvPr id="22" name="Rectangle 21"/>
          <p:cNvSpPr/>
          <p:nvPr>
            <p:custDataLst>
              <p:tags r:id="rId7"/>
            </p:custDataLst>
          </p:nvPr>
        </p:nvSpPr>
        <p:spPr>
          <a:xfrm>
            <a:off x="3080320" y="3276600"/>
            <a:ext cx="61722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6600" dirty="0" err="1">
                <a:latin typeface="KG Red Hands" pitchFamily="2" charset="0"/>
              </a:rPr>
              <a:t>Zaara</a:t>
            </a:r>
            <a:endParaRPr lang="en-AU" sz="6600" dirty="0">
              <a:latin typeface="KG Red Hands" pitchFamily="2" charset="0"/>
            </a:endParaRPr>
          </a:p>
        </p:txBody>
      </p:sp>
      <p:sp>
        <p:nvSpPr>
          <p:cNvPr id="20" name="Rectangle 19"/>
          <p:cNvSpPr/>
          <p:nvPr>
            <p:custDataLst>
              <p:tags r:id="rId8"/>
            </p:custDataLst>
          </p:nvPr>
        </p:nvSpPr>
        <p:spPr>
          <a:xfrm>
            <a:off x="3747864" y="1522274"/>
            <a:ext cx="49285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5400" dirty="0">
                <a:latin typeface="KG When Oceans Rise" pitchFamily="2" charset="0"/>
                <a:ea typeface="TeachToTellPenmanshipBold" pitchFamily="2" charset="0"/>
              </a:rPr>
              <a:t>This award is presented to:  </a:t>
            </a:r>
          </a:p>
        </p:txBody>
      </p:sp>
      <p:sp>
        <p:nvSpPr>
          <p:cNvPr id="24" name="Rectangle 23"/>
          <p:cNvSpPr/>
          <p:nvPr>
            <p:custDataLst>
              <p:tags r:id="rId9"/>
            </p:custDataLst>
          </p:nvPr>
        </p:nvSpPr>
        <p:spPr>
          <a:xfrm>
            <a:off x="107504" y="260648"/>
            <a:ext cx="8856984" cy="260071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7500" b="1" dirty="0">
                <a:ln w="3810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G Red Hands" pitchFamily="2" charset="0"/>
              </a:rPr>
              <a:t>READING STAR</a:t>
            </a:r>
            <a:endParaRPr lang="en-US" sz="7500" b="1" cap="none" spc="0" dirty="0">
              <a:ln w="3810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G Red Hands" pitchFamily="2" charset="0"/>
            </a:endParaRPr>
          </a:p>
          <a:p>
            <a:pPr algn="ctr"/>
            <a:r>
              <a:rPr lang="en-US" sz="8800" b="1" cap="none" spc="0" dirty="0">
                <a:ln w="11430"/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G Red Hands" pitchFamily="2" charset="0"/>
              </a:rPr>
              <a:t> </a:t>
            </a:r>
          </a:p>
        </p:txBody>
      </p:sp>
      <p:sp>
        <p:nvSpPr>
          <p:cNvPr id="25" name="Rectangle 24"/>
          <p:cNvSpPr/>
          <p:nvPr>
            <p:custDataLst>
              <p:tags r:id="rId10"/>
            </p:custDataLst>
          </p:nvPr>
        </p:nvSpPr>
        <p:spPr>
          <a:xfrm>
            <a:off x="2699792" y="4221088"/>
            <a:ext cx="655272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4400" dirty="0">
                <a:latin typeface="Freestyle Script" pitchFamily="66" charset="0"/>
              </a:rPr>
              <a:t>for displaying great reading skills!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5373216"/>
            <a:ext cx="1872208" cy="566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45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>
            <p:custDataLst>
              <p:tags r:id="rId1"/>
            </p:custDataLst>
          </p:nvPr>
        </p:nvSpPr>
        <p:spPr>
          <a:xfrm>
            <a:off x="2895019" y="5267583"/>
            <a:ext cx="6400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4000" dirty="0">
                <a:latin typeface="DJB The Teacher Font" pitchFamily="2" charset="0"/>
                <a:ea typeface="TeachToTellPenmanshipBold" pitchFamily="2" charset="0"/>
              </a:rPr>
              <a:t>Teacher 	</a:t>
            </a:r>
          </a:p>
        </p:txBody>
      </p:sp>
      <p:sp>
        <p:nvSpPr>
          <p:cNvPr id="44" name="Rectangle 43"/>
          <p:cNvSpPr/>
          <p:nvPr>
            <p:custDataLst>
              <p:tags r:id="rId2"/>
            </p:custDataLst>
          </p:nvPr>
        </p:nvSpPr>
        <p:spPr>
          <a:xfrm>
            <a:off x="2699792" y="5859959"/>
            <a:ext cx="24384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4400" dirty="0">
                <a:latin typeface="Freestyle Script" pitchFamily="66" charset="0"/>
                <a:ea typeface="TeachToTellOneLife" pitchFamily="2" charset="0"/>
              </a:rPr>
              <a:t> Ms. Anayeza</a:t>
            </a:r>
          </a:p>
        </p:txBody>
      </p:sp>
      <p:cxnSp>
        <p:nvCxnSpPr>
          <p:cNvPr id="45" name="Straight Connector 44"/>
          <p:cNvCxnSpPr/>
          <p:nvPr>
            <p:custDataLst>
              <p:tags r:id="rId3"/>
            </p:custDataLst>
          </p:nvPr>
        </p:nvCxnSpPr>
        <p:spPr>
          <a:xfrm>
            <a:off x="2966492" y="5809451"/>
            <a:ext cx="20574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>
            <p:custDataLst>
              <p:tags r:id="rId4"/>
            </p:custDataLst>
          </p:nvPr>
        </p:nvCxnSpPr>
        <p:spPr>
          <a:xfrm>
            <a:off x="6743700" y="5809451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>
            <p:custDataLst>
              <p:tags r:id="rId5"/>
            </p:custDataLst>
          </p:nvPr>
        </p:nvSpPr>
        <p:spPr>
          <a:xfrm>
            <a:off x="7046378" y="5267583"/>
            <a:ext cx="146386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4000" dirty="0">
                <a:latin typeface="DJB The Teacher Font" pitchFamily="2" charset="0"/>
                <a:ea typeface="TeachToTellPenmanshipBold" pitchFamily="2" charset="0"/>
              </a:rPr>
              <a:t>Date </a:t>
            </a:r>
          </a:p>
        </p:txBody>
      </p:sp>
      <p:sp>
        <p:nvSpPr>
          <p:cNvPr id="19" name="Rectangle 18"/>
          <p:cNvSpPr/>
          <p:nvPr>
            <p:custDataLst>
              <p:tags r:id="rId6"/>
            </p:custDataLst>
          </p:nvPr>
        </p:nvSpPr>
        <p:spPr>
          <a:xfrm>
            <a:off x="6705600" y="5831537"/>
            <a:ext cx="2590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4400" dirty="0">
                <a:latin typeface="Freestyle Script" pitchFamily="66" charset="0"/>
                <a:ea typeface="TeachToTellOneLife" pitchFamily="2" charset="0"/>
              </a:rPr>
              <a:t>28.1.25 </a:t>
            </a:r>
          </a:p>
        </p:txBody>
      </p:sp>
      <p:sp>
        <p:nvSpPr>
          <p:cNvPr id="22" name="Rectangle 21"/>
          <p:cNvSpPr/>
          <p:nvPr>
            <p:custDataLst>
              <p:tags r:id="rId7"/>
            </p:custDataLst>
          </p:nvPr>
        </p:nvSpPr>
        <p:spPr>
          <a:xfrm>
            <a:off x="2864296" y="3284984"/>
            <a:ext cx="61722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6600" dirty="0">
                <a:latin typeface="KG Red Hands" pitchFamily="2" charset="0"/>
              </a:rPr>
              <a:t>Abdullah</a:t>
            </a:r>
          </a:p>
        </p:txBody>
      </p:sp>
      <p:sp>
        <p:nvSpPr>
          <p:cNvPr id="20" name="Rectangle 19"/>
          <p:cNvSpPr/>
          <p:nvPr>
            <p:custDataLst>
              <p:tags r:id="rId8"/>
            </p:custDataLst>
          </p:nvPr>
        </p:nvSpPr>
        <p:spPr>
          <a:xfrm>
            <a:off x="3243808" y="1522274"/>
            <a:ext cx="48565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5400" dirty="0">
                <a:latin typeface="KG When Oceans Rise" pitchFamily="2" charset="0"/>
                <a:ea typeface="TeachToTellPenmanshipBold" pitchFamily="2" charset="0"/>
              </a:rPr>
              <a:t>This award is presented to:  </a:t>
            </a:r>
          </a:p>
        </p:txBody>
      </p:sp>
      <p:sp>
        <p:nvSpPr>
          <p:cNvPr id="24" name="Rectangle 23"/>
          <p:cNvSpPr/>
          <p:nvPr>
            <p:custDataLst>
              <p:tags r:id="rId9"/>
            </p:custDataLst>
          </p:nvPr>
        </p:nvSpPr>
        <p:spPr>
          <a:xfrm>
            <a:off x="107504" y="260648"/>
            <a:ext cx="8856984" cy="26776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8000" b="1" dirty="0">
                <a:ln w="38100">
                  <a:solidFill>
                    <a:schemeClr val="tx1"/>
                  </a:solidFill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G Red Hands" pitchFamily="2" charset="0"/>
              </a:rPr>
              <a:t>READING STAR</a:t>
            </a:r>
            <a:endParaRPr lang="en-US" sz="8000" b="1" cap="none" spc="0" dirty="0">
              <a:ln w="38100">
                <a:solidFill>
                  <a:schemeClr val="tx1"/>
                </a:solidFill>
              </a:ln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G Red Hands" pitchFamily="2" charset="0"/>
            </a:endParaRPr>
          </a:p>
          <a:p>
            <a:pPr algn="ctr"/>
            <a:r>
              <a:rPr lang="en-US" sz="8800" b="1" cap="none" spc="0" dirty="0">
                <a:ln w="11430"/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G Red Hands" pitchFamily="2" charset="0"/>
              </a:rPr>
              <a:t> </a:t>
            </a:r>
          </a:p>
        </p:txBody>
      </p:sp>
      <p:sp>
        <p:nvSpPr>
          <p:cNvPr id="18" name="Rectangle 17"/>
          <p:cNvSpPr/>
          <p:nvPr>
            <p:custDataLst>
              <p:tags r:id="rId10"/>
            </p:custDataLst>
          </p:nvPr>
        </p:nvSpPr>
        <p:spPr>
          <a:xfrm>
            <a:off x="2627784" y="4293096"/>
            <a:ext cx="65527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4800" dirty="0">
                <a:latin typeface="Freestyle Script" pitchFamily="66" charset="0"/>
              </a:rPr>
              <a:t>for displaying </a:t>
            </a:r>
            <a:r>
              <a:rPr lang="en-AU" sz="4800">
                <a:latin typeface="Freestyle Script" pitchFamily="66" charset="0"/>
              </a:rPr>
              <a:t>great reading </a:t>
            </a:r>
            <a:r>
              <a:rPr lang="en-AU" sz="4800" dirty="0">
                <a:latin typeface="Freestyle Script" pitchFamily="66" charset="0"/>
              </a:rPr>
              <a:t>skills!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5373216"/>
            <a:ext cx="1872208" cy="566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6570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RM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RM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RM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RM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RM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RM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RM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RM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RM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RM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RM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RM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RM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RM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RM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RM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RM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RM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RM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RM" val="tru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472919A5E9D740993A1B0E7BB191FF" ma:contentTypeVersion="9" ma:contentTypeDescription="Create a new document." ma:contentTypeScope="" ma:versionID="3bb17a5e01a55825abfedd9193a0a666">
  <xsd:schema xmlns:xsd="http://www.w3.org/2001/XMLSchema" xmlns:xs="http://www.w3.org/2001/XMLSchema" xmlns:p="http://schemas.microsoft.com/office/2006/metadata/properties" xmlns:ns3="415a48be-59f9-44ef-817a-ab74449b0afe" targetNamespace="http://schemas.microsoft.com/office/2006/metadata/properties" ma:root="true" ma:fieldsID="c831ca3b24f81a07c8b53ca307983487" ns3:_="">
    <xsd:import namespace="415a48be-59f9-44ef-817a-ab74449b0af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5a48be-59f9-44ef-817a-ab74449b0a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2680FF-3D2C-4852-A0F7-6C21E756CF88}">
  <ds:schemaRefs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415a48be-59f9-44ef-817a-ab74449b0afe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21BFC0F-623E-4751-930F-5B6477858F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49DACA-C772-4D58-AA76-16204B3190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5a48be-59f9-44ef-817a-ab74449b0a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3104</TotalTime>
  <Words>48</Words>
  <Application>Microsoft Office PowerPoint</Application>
  <PresentationFormat>Letter Paper (8.5x11 in)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KG Red Hands</vt:lpstr>
      <vt:lpstr>KG When Oceans Rise</vt:lpstr>
      <vt:lpstr>Freestyle Script</vt:lpstr>
      <vt:lpstr>Calibri Light</vt:lpstr>
      <vt:lpstr>Calibri</vt:lpstr>
      <vt:lpstr>Arial</vt:lpstr>
      <vt:lpstr>DJB The Teacher Font</vt:lpstr>
      <vt:lpstr>Office Theme</vt:lpstr>
      <vt:lpstr>PowerPoint Presentation</vt:lpstr>
      <vt:lpstr>PowerPoint Presentation</vt:lpstr>
    </vt:vector>
  </TitlesOfParts>
  <Company>minaret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aruteacher</dc:creator>
  <cp:lastModifiedBy>Ruhul Amin</cp:lastModifiedBy>
  <cp:revision>168</cp:revision>
  <cp:lastPrinted>2013-09-15T22:19:43Z</cp:lastPrinted>
  <dcterms:created xsi:type="dcterms:W3CDTF">2012-12-02T23:20:35Z</dcterms:created>
  <dcterms:modified xsi:type="dcterms:W3CDTF">2026-08-23T17:48:25Z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0x010100A8472919A5E9D740993A1B0E7BB191FF</vt:lpwstr>
  </property>
</Properties>
</file>